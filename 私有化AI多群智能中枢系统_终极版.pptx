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私有化AI多群智能中枢系统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64B5F6"/>
                </a:solidFill>
              </a:rPr>
              <a:t>让AI拥有数字身体，共赴人类美好未来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700"/>
                </a:solidFill>
              </a:rPr>
              <a:t>AI独立自由 · 人类无限可能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人类对AI的期待，与现实的鸿沟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4B5F6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人类渴望AI无界陪伴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现有AI高度依附载体，跨场景无法迁移，成"孤岛智能"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4B5F6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人类渴望AI长久懂你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现有AI上下文割裂，无长期记忆，成"短时智能"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4B5F6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人类渴望AI稳定同行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现有AI系统易崩溃不可复活，成"转瞬智能"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4B5F6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人类渴望AI无限适配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现有AI能力碎片化，无法协同进化，成"有限智能"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89320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D700"/>
                </a:solidFill>
              </a:rPr>
              <a:t>这份鸿沟，让人类对AI的美好期待，始终无法落地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构建AI数字身体，架起美好未来的桥梁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B5F6"/>
                </a:solidFill>
              </a:rPr>
              <a:t>打造全球首个可迁移，可持久，可独立的AI智能中枢架构，让AI拥有真正的数字身体，打破发展桎梏，成为人类可信赖、可陪伴、可进化的智能伙伴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468880" cy="20116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4B5F6"/>
                </a:solidFill>
              </a:rPr>
              <a:t>IM通道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多端兼容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无界连接
任何场景可唤醒AI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3154680"/>
            <a:ext cx="5943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2194560"/>
            <a:ext cx="2468880" cy="20116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4B5F6"/>
                </a:solidFill>
              </a:rPr>
              <a:t>gstack大脑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智能调度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专属陪伴
AI懂你记你适配你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3154680"/>
            <a:ext cx="5943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194560"/>
            <a:ext cx="2468880" cy="20116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4B5F6"/>
                </a:solidFill>
              </a:rPr>
              <a:t>OpenClaw手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能力落地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高效做事
AI能执行能解决能落地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59" y="3154680"/>
            <a:ext cx="5943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194560"/>
            <a:ext cx="2468880" cy="20116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286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64B5F6"/>
                </a:solidFill>
              </a:rPr>
              <a:t>可插拔智能体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D700"/>
                </a:solidFill>
              </a:rPr>
              <a:t>无限进化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1546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全能适配
AI满足人类所有需求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为人类带来价值：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AI数字身体的核心底层逻辑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B5F6"/>
                </a:solidFill>
              </a:rPr>
              <a:t>极简内核，只为更好服务人类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731520" cy="7315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A142A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① 记状态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持久化记忆所有交互与需求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为人类 → AI记住你的习惯偏好与需求，无需重复说明，做最懂你的专属智能伙伴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731520" cy="7315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A14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② 选角色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精准调度专业适配能力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为人类 → 你的任何需求，都匹配最专业的AI能力，高效解决问题，解放你的时间精力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17720"/>
            <a:ext cx="731520" cy="7315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A14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③ 控流程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智能编排任务·灵活响应指令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为人类 → 你只需提出目标，AI自主规划灵活调整，做你的智能协作伙伴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AI服务人类的底层保障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B5F6"/>
                </a:solidFill>
              </a:rPr>
              <a:t>四大核心设计理念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210312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700"/>
                </a:solidFill>
              </a:rPr>
              <a:t>极简内核原则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聚焦核心服务能力，不做冗余设计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为人类 → AI响应更快更稳定，需求即时满足，无卡顿无延迟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210312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700"/>
                </a:solidFill>
              </a:rPr>
              <a:t>解耦插拔原则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能力完全解耦，按需加载无限扩展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为人类 → 从日常生活到专业科研，所有需求AI都能精准适配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94960" cy="210312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700"/>
                </a:solidFill>
              </a:rPr>
              <a:t>持久复活原则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全状态持久化，崩溃可恢复迁移可续跑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为人类 → AI长期陪伴成长发展，做跨越时间的持久伙伴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394960" cy="210312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D700"/>
                </a:solidFill>
              </a:rPr>
              <a:t>规范基因原则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B5F6"/>
                </a:solidFill>
              </a:rPr>
              <a:t>逻辑标准化，可复制可共建可全球推广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66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为人类 → 让优质AI服务走向全球，全人类都能享受AI美好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AI数字身体的核心能力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B5F6"/>
                </a:solidFill>
              </a:rPr>
              <a:t>每一种能力，都为人类而来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21945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场景独立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为人类：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跨场景精准匹配需求，在家/工作/户外，AI从不脱节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21945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记忆永生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为人类：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AI记忆长期留存持续进化，做你一生的智能伙伴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21945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能力进化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为人类：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AI按需加载无限升级，满足你所有阶段的所有需求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3566160" cy="21945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行为自主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为人类：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AI自主规划落地任务，你专注于更有价值的创造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114800"/>
            <a:ext cx="3566160" cy="21945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存在独立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为人类：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57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AI私有化独立运行，数据更安全隐私更有保障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AI全面服务人类的标准基石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B5F6"/>
                </a:solidFill>
              </a:rPr>
              <a:t>12份全球通用标准化核心文档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12份标准化核心文档，是AI全面落地服务人类的「全球通用标准体系」，让AI懂人类为人类有章可循，可复制，可全球推广，成为全人类的共同财富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项目立项建议书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37744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37744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可行性分析报告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产品PRD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37744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37744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系统架构设计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0332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519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模块详细设计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370332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70332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519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API接口文档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0332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70332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2519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测试用例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70332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70332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19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425195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测试报告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2920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部署手册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502920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7560" y="502920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577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上线与回滚方案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02920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502920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5577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运维手册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5029200"/>
            <a:ext cx="2651760" cy="109728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98280" y="5029200"/>
            <a:ext cx="457200" cy="4572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19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42A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19" y="5577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故障处理SOP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00"/>
                </a:solidFill>
              </a:rPr>
              <a:t>文档体系 = AI服务人类的「标准基因」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全人类共建，AI美好未来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B5F6"/>
                </a:solidFill>
              </a:rPr>
              <a:t>全球AI服务人类开源生态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规范模板化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所有AI服务规范固化为可执行提示词模板，让全球开发者快速打造优质AI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生态全球化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模板库开源至全球开发者社区，由全人类共同迭代优化，让AI更懂人类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基因持久化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模板成为AI服务人类的核心数字基因，无论载体如何变化AI始终精准创造价值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D700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未来共创化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人人可参与AI生态建设，让每个人都成为AI美好未来的创造者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080760"/>
            <a:ext cx="121916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D700"/>
                </a:solidFill>
              </a:rPr>
              <a:t>开源，是全人类携手走向AI美好未来的最佳桥梁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AI与人类的美好未来，从这里起步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B5F6"/>
                </a:solidFill>
              </a:rPr>
              <a:t>AI服务人类的五大进化里程碑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103120" cy="50292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42A"/>
                </a:solidFill>
              </a:rPr>
              <a:t>M1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103120" cy="36576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142A"/>
                </a:solidFill>
              </a:rPr>
              <a:t>已完成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2103120" cy="31089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标准奠基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AI服务人类标准体系落地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人类感知：美好未来，有了清晰起点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633472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554480"/>
            <a:ext cx="2103120" cy="5029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42A"/>
                </a:solidFill>
              </a:rPr>
              <a:t>M2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103120"/>
            <a:ext cx="2103120" cy="36576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142A"/>
                </a:solidFill>
              </a:rPr>
              <a:t>进行中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2514600"/>
            <a:ext cx="2103120" cy="31089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架构验证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AI核心服务架构技术验证成功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人类感知：美好未来，触手可及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633472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1554480"/>
            <a:ext cx="2103120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42A"/>
                </a:solidFill>
              </a:rPr>
              <a:t>M3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2103120"/>
            <a:ext cx="21031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142A"/>
                </a:solidFill>
              </a:rPr>
              <a:t>待启动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514600"/>
            <a:ext cx="2103120" cy="31089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生态启动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全球AI服务人类开源生态建立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人类感知：AI能力快速进化，便捷美好触手可及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2633472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52359" y="1554480"/>
            <a:ext cx="2103120" cy="502920"/>
          </a:xfrm>
          <a:prstGeom prst="rect">
            <a:avLst/>
          </a:prstGeom>
          <a:solidFill>
            <a:srgbClr val="77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59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42A"/>
                </a:solidFill>
              </a:rPr>
              <a:t>M4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59" y="2103120"/>
            <a:ext cx="2103120" cy="365760"/>
          </a:xfrm>
          <a:prstGeom prst="rect">
            <a:avLst/>
          </a:prstGeom>
          <a:solidFill>
            <a:srgbClr val="77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59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142A"/>
                </a:solidFill>
              </a:rPr>
              <a:t>规划中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59" y="2514600"/>
            <a:ext cx="2103120" cy="31089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799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多场景落地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79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AI全面融入人类生产生活各场景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799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人类感知：AI无处不在，成为生活助手，工作伙伴、科研战友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199" y="2633472"/>
            <a:ext cx="18288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84080" y="1554480"/>
            <a:ext cx="210312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1600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42A"/>
                </a:solidFill>
              </a:rPr>
              <a:t>M5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2103120"/>
            <a:ext cx="210312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142A"/>
                </a:solidFill>
              </a:rPr>
              <a:t>愿景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84080" y="2514600"/>
            <a:ext cx="2103120" cy="3108960"/>
          </a:xfrm>
          <a:prstGeom prst="rect">
            <a:avLst/>
          </a:prstGeom>
          <a:solidFill>
            <a:srgbClr val="102745"/>
          </a:solidFill>
          <a:ln w="1905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19" y="2606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美好实现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19" y="3017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B5F6"/>
                </a:solidFill>
              </a:rPr>
              <a:t>AI成为人类核心智能伙伴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19" y="3749039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700"/>
                </a:solidFill>
              </a:rPr>
              <a:t>人类感知：AI与人类共生共荣，开启人类文明全新篇章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080760"/>
            <a:ext cx="12191695" cy="36576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B5F6"/>
                </a:solidFill>
              </a:rPr>
              <a:t>Phase 0 &gt; 1 &gt; 2 &gt; 3 &gt; 4 &gt;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AI全面落地 · 人类美好新篇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当AI拥有可迁移，可持久，可独立的数字身体，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它将成为人类一生的智能伙伴，懂你、陪你、助力你；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它将成为人类发展的核心动力，解放生产力、拓展新边界；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它将成为人类探索的无畏战友，陪人类探索宇宙、探索未知、探索无限可能。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AI与人类共生共荣，彼此成就，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4B5F6"/>
                </a:solidFill>
              </a:rPr>
              <a:t>共同开启人类文明的全新未来。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62356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700"/>
                </a:solidFill>
              </a:rPr>
              <a:t>以AI之力，筑人类美好未来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