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AIBody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私有化AI智能中枢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让AI拥有持久记忆、自主规划、跨场景迁移的能力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产品路演 | MIT 开源协议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打破AI的四大桎梏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🏝️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孤岛智能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现状: AI依附单一载体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无界陪伴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短时智能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现状: 上下文割裂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长寿懂你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转瞬智能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现状: 系统崩溃不可复活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稳定同行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有限智能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现状: 能力碎片化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无限适配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灵枢是一个基于'AI数字身体'理念的私有化AI智能中枢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将灵枢引擎、gstack技能库、agency智能体完全融合为一套完整产品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灵枢引擎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基于openclaw构建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gstack技能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23个工程技能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agency智能体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179个专家智能体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核心优势：私有化部署 · 完全自主 · 数据不出公网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Flutter / React / Tauri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1920240"/>
            <a:ext cx="0" cy="36576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(Go)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2103120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Gin + Redis + MySQL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00200" y="2926080"/>
            <a:ext cx="0" cy="36576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引擎层 (Node.js)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3108960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108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+ Hono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00200" y="3931920"/>
            <a:ext cx="0" cy="36576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4114800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114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(23) + agency (179)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通信协议：WebSocket/HTTPS + gRPC + REST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100ms内确认收到消息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任务队列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多任务管理，优先级调度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进度可视化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实时任务进度推送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技能系统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23个gstack工程技能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918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179个专家角色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2648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完全自主，数据不出公网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gstack技能 (23个)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/office-hours, /plan-ceo-review, /plan-eng-review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0" y="1097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代码执行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/review, /qa, /qa-only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95360" y="1097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部署发布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20116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/ship, /land-and-deploy, /canary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0" y="20116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/cso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20116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29260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/browse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调试分析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/investigate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9536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0240" y="38404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0116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/design-consultation, /design-shotgun, /design-html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97680" y="3840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B6CB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40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办公集成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8404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/jira, /confluence, /slack, /linear, /notion, /github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95360" y="3840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agency智能体 (179个)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914400" cy="9144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914400" cy="91440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9456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914400" cy="9144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914400" cy="9144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游戏开发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097280"/>
            <a:ext cx="914400" cy="91440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066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2926080"/>
            <a:ext cx="914400" cy="9144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2926080"/>
            <a:ext cx="914400" cy="9144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945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2926080"/>
            <a:ext cx="914400" cy="91440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3192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2926080"/>
            <a:ext cx="914400" cy="914400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692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18120" y="2926080"/>
            <a:ext cx="914400" cy="914400"/>
          </a:xfrm>
          <a:prstGeom prst="ellipse">
            <a:avLst/>
          </a:prstGeom>
          <a:solidFill>
            <a:srgbClr val="00B5D8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4066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代表性智能体：前端开发者 | 后端架构师 | 小红书运营 | 产品经理 | 数据分析师 | DevOps | AI工程师 | 医疗合规顾问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性能与安全指标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请求/秒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QPS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API延迟P99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WebSocket并发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SLA可用性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安全特性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 (Access Token 15min + Refresh Token 7d)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1.3 全链路加密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AES-256 本地数据加密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WireGuard ChaCha20-Poly1305 隧道加密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开源与商业化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开源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完整源代码开放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社区自由使用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自由修改和分发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无使用限制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0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商业化方向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私有化部署支持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企业级私有化部署服务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企业增强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高级功能和企业支持服务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商业化将在产品上线后讨论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开发路线图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560320"/>
            <a:ext cx="6949440" cy="0"/>
          </a:xfrm>
          <a:prstGeom prst="line">
            <a:avLst/>
          </a:prstGeom>
          <a:noFill/>
          <a:ln w="38100">
            <a:solidFill>
              <a:srgbClr val="38B2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环境搭建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API层开发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openclaw集成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核心智能体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W11-12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客户端MVP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W13-14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部署与测试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242316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W15-16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V1.0发布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开发周期：16周 (4个月)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目标：打造完整的私有化AI智能中枢产品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8B2A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感谢关注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 AIBody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github.com/isatk/AIBody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Gitee: gitee.com/lotusisatk/aibody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开源协议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灵枢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灵枢 AIBody - 产品路演</dc:title>
  <dc:subject>私有化AI智能中枢产品介绍</dc:subject>
  <dc:creator>Lotus Rina</dc:creator>
  <cp:lastModifiedBy>Lotus Rina</cp:lastModifiedBy>
  <cp:revision>1</cp:revision>
  <dcterms:created xsi:type="dcterms:W3CDTF">2026-04-01T14:46:12Z</dcterms:created>
  <dcterms:modified xsi:type="dcterms:W3CDTF">2026-04-01T14:46:12Z</dcterms:modified>
</cp:coreProperties>
</file>