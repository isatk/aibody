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2B6CB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38B2A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灵枢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0" kern="0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AIBody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私有化AI智能中枢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让AI拥有持久记忆、自主规划、跨场景迁移的能力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| MIT 开源协议 | github.com/isatk/AIBody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产品愿景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打破AI四大桎梏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548640" cy="54864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192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私有化AI智能中枢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548640" cy="54864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1188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6656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四层融合架构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548640" cy="54864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六大核心能力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2194560"/>
            <a:ext cx="548640" cy="54864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93192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gstack技能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93192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23个工程技能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194560"/>
            <a:ext cx="548640" cy="54864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194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6656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agency智能体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2514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179个专家智能体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性能指标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量化技术指标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91840" y="3200400"/>
            <a:ext cx="548640" cy="54864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3192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3192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开源与商业化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26480" y="3200400"/>
            <a:ext cx="548640" cy="54864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37" name="Text 35"/>
          <p:cNvSpPr/>
          <p:nvPr/>
        </p:nvSpPr>
        <p:spPr>
          <a:xfrm>
            <a:off x="61264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6656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开发路线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766560" y="3520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16周里程碑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产品愿景：打破AI的四大桎梏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91440" cy="1737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🏝️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46304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孤岛智能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现状: AI依附单一载体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灵枢: 无界陪伴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88720"/>
            <a:ext cx="91440" cy="1737360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🧬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760720" y="1371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短时智能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76072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现状: 上下文割裂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灵枢: 长寿懂你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08960"/>
            <a:ext cx="91440" cy="1737360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46304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转瞬智能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46304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现状: 系统崩溃不可复活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灵枢: 稳定同行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3108960"/>
            <a:ext cx="4023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108960"/>
            <a:ext cx="91440" cy="173736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246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760720" y="3291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有限智能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760720" y="3749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3E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现状: 能力碎片化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60720" y="4206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A1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灵枢: 无限适配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产品定位：私有化AI智能中枢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灵枢是一个基于'AI数字身体'理念的私有化AI智能中枢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将灵枢引擎、gstack技能库、agency智能体完全融合为一套完整产品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灵枢引擎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基于openclaw构建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Node.js + Go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7432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38B2AC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gstack技能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1840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23个工程技能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代码审查/测试/部署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274320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2926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agency智能体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26480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179个专家智能体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26480" y="38404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前端/后端/营销/设计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70916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38B2AC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核心优势：私有化部署 · 完全自主 · 数据不出公网 · 模块可插拔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技术架构：四层融合架构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客户端层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05156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051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Flutter / React / Tauri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737360" y="1828800"/>
            <a:ext cx="0" cy="274320"/>
          </a:xfrm>
          <a:prstGeom prst="line">
            <a:avLst/>
          </a:prstGeom>
          <a:noFill/>
          <a:ln w="25400">
            <a:solidFill>
              <a:srgbClr val="38B2A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196596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A365D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659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⚙️ 服务层 (Go)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00400" y="196596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19659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Gin + Redis + MySQL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737360" y="2743200"/>
            <a:ext cx="0" cy="274320"/>
          </a:xfrm>
          <a:prstGeom prst="line">
            <a:avLst/>
          </a:prstGeom>
          <a:noFill/>
          <a:ln w="25400">
            <a:solidFill>
              <a:srgbClr val="38B2AC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288036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8803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引擎层 (Node.js)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0" y="288036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83280" y="28803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 + Hono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737360" y="3657600"/>
            <a:ext cx="0" cy="274320"/>
          </a:xfrm>
          <a:prstGeom prst="line">
            <a:avLst/>
          </a:prstGeom>
          <a:noFill/>
          <a:ln w="25400">
            <a:solidFill>
              <a:srgbClr val="38B2AC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57200" y="379476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A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7947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💪 能力层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0" y="3794760"/>
            <a:ext cx="54864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83280" y="37947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 (23) + agency (179)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4709160"/>
            <a:ext cx="82296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通信协议：WebSocket/HTTPS + gRPC + REST API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核心功能：六大核心能力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100ms内确认收到消息，告知排队位置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9184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任务队列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多任务管理，P0-P3优先级调度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280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2648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进度可视化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2402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实时任务进度推送，4种显示模式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632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63240"/>
            <a:ext cx="2651760" cy="73152"/>
          </a:xfrm>
          <a:prstGeom prst="rect">
            <a:avLst/>
          </a:prstGeom>
          <a:solidFill>
            <a:srgbClr val="DD6B2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246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🔧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45720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技能系统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23个gstack工程技能，即插即用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3063240"/>
            <a:ext cx="265176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3291840" y="3246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29184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47472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179个专家角色，多Agent协作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3063240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3063240"/>
            <a:ext cx="2651760" cy="73152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1" name="Text 29"/>
          <p:cNvSpPr/>
          <p:nvPr/>
        </p:nvSpPr>
        <p:spPr>
          <a:xfrm>
            <a:off x="6126480" y="32461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126480" y="3794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309360" y="4206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完全自主，数据不出公网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gstack技能 (23个)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1874520" cy="411480"/>
          </a:xfrm>
          <a:prstGeom prst="roundRect">
            <a:avLst>
              <a:gd name="adj" fmla="val 11111"/>
            </a:avLst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需求规划 (3)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/office-hours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/plan-ceo-review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/plan-eng-review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0" y="105156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143000"/>
            <a:ext cx="1874520" cy="411480"/>
          </a:xfrm>
          <a:prstGeom prst="roundRect">
            <a:avLst>
              <a:gd name="adj" fmla="val 11111"/>
            </a:avLst>
          </a:prstGeom>
          <a:solidFill>
            <a:srgbClr val="38B2AC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1430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代码执行 (3)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64592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/review (代码审查)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/qa (自动化测试)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/qa-only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43000"/>
            <a:ext cx="1874520" cy="411480"/>
          </a:xfrm>
          <a:prstGeom prst="roundRect">
            <a:avLst>
              <a:gd name="adj" fmla="val 11111"/>
            </a:avLst>
          </a:prstGeom>
          <a:solidFill>
            <a:srgbClr val="38A169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430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部署发布 (3)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64592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/ship (发布)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/land-and-deploy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/canary (金丝雀)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49440" y="105156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143000"/>
            <a:ext cx="1874520" cy="411480"/>
          </a:xfrm>
          <a:prstGeom prst="roundRect">
            <a:avLst>
              <a:gd name="adj" fmla="val 11111"/>
            </a:avLst>
          </a:prstGeom>
          <a:solidFill>
            <a:srgbClr val="E5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14300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安全审计 (1)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086600" y="164592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/cso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OWASP Top 10 + STRIDE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54680"/>
            <a:ext cx="1874520" cy="411480"/>
          </a:xfrm>
          <a:prstGeom prst="roundRect">
            <a:avLst>
              <a:gd name="adj" fmla="val 11111"/>
            </a:avLst>
          </a:prstGeom>
          <a:solidFill>
            <a:srgbClr val="DD6B2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54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网络请求 (1)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65760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/browse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真实浏览器自动化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560320" y="306324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51760" y="3154680"/>
            <a:ext cx="1874520" cy="411480"/>
          </a:xfrm>
          <a:prstGeom prst="roundRect">
            <a:avLst>
              <a:gd name="adj" fmla="val 11111"/>
            </a:avLst>
          </a:pr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2651760" y="3154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调试分析 (1)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365760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/investigate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问题调查调试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754880" y="306324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3154680"/>
            <a:ext cx="1874520" cy="411480"/>
          </a:xfrm>
          <a:prstGeom prst="roundRect">
            <a:avLst>
              <a:gd name="adj" fmla="val 11111"/>
            </a:avLst>
          </a:prstGeom>
          <a:solidFill>
            <a:srgbClr val="805AD5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154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设计创意 (3)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365760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/design-consultation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/design-shotgun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/design-html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49440" y="306324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040880" y="3154680"/>
            <a:ext cx="1874520" cy="411480"/>
          </a:xfrm>
          <a:prstGeom prst="roundRect">
            <a:avLst>
              <a:gd name="adj" fmla="val 11111"/>
            </a:avLst>
          </a:prstGeom>
          <a:solidFill>
            <a:srgbClr val="00B5D8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315468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办公集成 (6)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86600" y="3657600"/>
            <a:ext cx="17830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/github /jira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/confluence /slack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/linear /notion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agency智能体 (179个)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188720"/>
            <a:ext cx="777240" cy="777240"/>
          </a:xfrm>
          <a:prstGeom prst="ellipse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前端/后端/DevOps/AI工程师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560320" y="105156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777240" cy="777240"/>
          </a:xfrm>
          <a:prstGeom prst="ellipse">
            <a:avLst/>
          </a:pr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1188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2057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小红书/抖音/公众号运营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54880" y="105156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94960" y="1188720"/>
            <a:ext cx="777240" cy="7772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188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2057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专业化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Prompt工程师/数据分析师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949440" y="105156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1188720"/>
            <a:ext cx="777240" cy="777240"/>
          </a:xfrm>
          <a:prstGeom prst="ellipse">
            <a:avLst/>
          </a:prstGeom>
          <a:solidFill>
            <a:srgbClr val="DD6B20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0" y="1188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49440" y="205740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游戏开发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23774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Unity/Unreal/Godot专家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30175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5840" y="3154680"/>
            <a:ext cx="777240" cy="777240"/>
          </a:xfrm>
          <a:prstGeom prst="ellipse">
            <a:avLst/>
          </a:prstGeom>
          <a:solidFill>
            <a:srgbClr val="805AD5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3154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5760" y="40233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343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UI/UX/品牌/视觉设计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60320" y="30175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3154680"/>
            <a:ext cx="777240" cy="77724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3154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2560320" y="40233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产品部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651760" y="4343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产品经理/Sprint排序师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30175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394960" y="3154680"/>
            <a:ext cx="777240" cy="77724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36" name="Text 34"/>
          <p:cNvSpPr/>
          <p:nvPr/>
        </p:nvSpPr>
        <p:spPr>
          <a:xfrm>
            <a:off x="5394960" y="3154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754880" y="40233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数据部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4343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BI/数据工程/算法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949440" y="301752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589520" y="3154680"/>
            <a:ext cx="777240" cy="777240"/>
          </a:xfrm>
          <a:prstGeom prst="ellipse">
            <a:avLst/>
          </a:prstGeom>
          <a:solidFill>
            <a:srgbClr val="00B5D8"/>
          </a:solidFill>
          <a:ln/>
        </p:spPr>
      </p:sp>
      <p:sp>
        <p:nvSpPr>
          <p:cNvPr id="41" name="Text 39"/>
          <p:cNvSpPr/>
          <p:nvPr/>
        </p:nvSpPr>
        <p:spPr>
          <a:xfrm>
            <a:off x="7589520" y="3154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949440" y="40233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40880" y="434340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HR/法务/供应链/支持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性能与安全指标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011680" cy="73152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A1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请求/秒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QPS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05156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51760" y="1051560"/>
            <a:ext cx="2011680" cy="73152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8B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&lt;200ms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5176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API延迟P99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105156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051560"/>
            <a:ext cx="2011680" cy="7315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10000+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84632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并发连接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040880" y="1051560"/>
            <a:ext cx="20116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051560"/>
            <a:ext cx="2011680" cy="7315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2801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040880" y="1920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22402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SLA可用性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安全特性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32918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JWT认证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Access Token 15min + Refresh Token 7d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51760" y="32918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65176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TLS 1.3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74320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全链路HTTPS加密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32918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AES-256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本地数据加密存储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40880" y="329184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04088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WireGuard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0" y="3840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ChaCha20-Poly1305隧道加密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资源限制：单任务超时5分钟 | 并发任务10个/用户 | 向量记忆10000条/用户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开源与商业化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71600"/>
            <a:ext cx="2194560" cy="548640"/>
          </a:xfrm>
          <a:prstGeom prst="roundRect">
            <a:avLst>
              <a:gd name="adj" fmla="val 8333"/>
            </a:avLst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71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开源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完整源代码开放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社区自由使用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自由修改和分发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无使用限制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商业用途免费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2B6CB0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3716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商业化方向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937760" y="21031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1945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194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私有化部署支持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606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企业级私有化部署服务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专业技术支持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347472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35661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7784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企业增强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9776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高级功能和企业支持服务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定制化开发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商业化将在产品上线后讨论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开发路线图 (16周)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7315200" cy="0"/>
          </a:xfrm>
          <a:prstGeom prst="line">
            <a:avLst/>
          </a:prstGeom>
          <a:noFill/>
          <a:ln w="50800">
            <a:solidFill>
              <a:srgbClr val="38B2A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274320" cy="274320"/>
          </a:xfrm>
          <a:prstGeom prst="ellipse">
            <a:avLst/>
          </a:prstGeom>
          <a:solidFill>
            <a:srgbClr val="38A16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W1-2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环境搭建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 + Node.js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783080" y="169164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0" name="Text 8"/>
          <p:cNvSpPr/>
          <p:nvPr/>
        </p:nvSpPr>
        <p:spPr>
          <a:xfrm>
            <a:off x="155448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W3-4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API层开发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 API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88920" y="169164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W5-6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引擎集成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openclaw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Agent管理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94760" y="169164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W7-8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gstack 23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技能集成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00600" y="169164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W9-10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48056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8912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agency 30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W11-12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客户端MVP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496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基础UI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12280" y="169164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W13-14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部署测试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压力测试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818120" y="1691640"/>
            <a:ext cx="274320" cy="274320"/>
          </a:xfrm>
          <a:prstGeom prst="ellipse">
            <a:avLst/>
          </a:prstGeom>
          <a:solidFill>
            <a:srgbClr val="718096"/>
          </a:solidFill>
          <a:ln/>
        </p:spPr>
      </p:sp>
      <p:sp>
        <p:nvSpPr>
          <p:cNvPr id="34" name="Text 32"/>
          <p:cNvSpPr/>
          <p:nvPr/>
        </p:nvSpPr>
        <p:spPr>
          <a:xfrm>
            <a:off x="7589520" y="12344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W15-16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49808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V1.0发布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06640" y="24688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正式发布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社区运营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" y="34747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V1.0目标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" y="4023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私有化AI智能中枢完整产品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gstack 23技能 + agency 30智能体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即时ACK + 任务队列 + 进度可视化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Docker一键部署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竞品对比分析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371600"/>
                <a:gridCol w="109728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架构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多Agent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商业化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灵枢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Go+Node.js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私有化优先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193+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三层架构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AutoGPT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纯Python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云为主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简单向量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LangChain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纯Python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云为主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简单向量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Dify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Python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开源可部署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较弱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Coze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云服务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云为主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灵枢差异化优势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4434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🏗️ Go+Node.js混合架构：高性能+灵活性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私有化优先：数据完全自主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193+智能体：业界领先规模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三层记忆架构：短期+长期+向量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开发团队 (9人标准)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2人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需求+产品+协调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0972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2B6CB0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4人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377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前端+后端开发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38B2A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2人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377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功能+集成测试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040880" y="109728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38A169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280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1人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040880" y="1920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23774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部署+运维+监控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开发流程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38B2A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114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需求确认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4114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920240" y="411480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1920240" y="4114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PRD评审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114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383280" y="411480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38B2AC"/>
          </a:solidFill>
          <a:ln/>
        </p:spPr>
      </p:sp>
      <p:sp>
        <p:nvSpPr>
          <p:cNvPr id="28" name="Text 26"/>
          <p:cNvSpPr/>
          <p:nvPr/>
        </p:nvSpPr>
        <p:spPr>
          <a:xfrm>
            <a:off x="3383280" y="4114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4114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846320" y="411480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38B2AC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114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开发执行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4114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411480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38B2AC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4114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测试验收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411480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18096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772400" y="4114800"/>
            <a:ext cx="1280160" cy="548640"/>
          </a:xfrm>
          <a:prstGeom prst="roundRect">
            <a:avLst>
              <a:gd name="adj" fmla="val 8333"/>
            </a:avLst>
          </a:prstGeom>
          <a:solidFill>
            <a:srgbClr val="38B2AC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0" y="4114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部署上线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2B6CB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38B2AC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感谢关注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8B2A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灵枢 AIBody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0" y="3108960"/>
            <a:ext cx="365760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🐙  github.com/isatk/AIBody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🐞  gitee.com/lotusisatk/aibody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 lotus@lingxu.ai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License |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灵枢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灵枢 AIBody - 产品介绍</dc:title>
  <dc:subject>私有化AI智能中枢产品介绍</dc:subject>
  <dc:creator>Lotus Rina</dc:creator>
  <cp:lastModifiedBy>Lotus Rina</cp:lastModifiedBy>
  <cp:revision>1</cp:revision>
  <dcterms:created xsi:type="dcterms:W3CDTF">2026-04-02T01:19:37Z</dcterms:created>
  <dcterms:modified xsi:type="dcterms:W3CDTF">2026-04-02T01:19:37Z</dcterms:modified>
</cp:coreProperties>
</file>